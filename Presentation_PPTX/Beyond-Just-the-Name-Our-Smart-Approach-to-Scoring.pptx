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Bitter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1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2214" y="449580"/>
            <a:ext cx="7999571" cy="102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Beyond Just the Name: Our Smart Approach to Scoring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2214" y="1879997"/>
            <a:ext cx="245244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72214" y="2350056"/>
            <a:ext cx="380035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Relying on names alone is risky—typos happen, and many people share the same name.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72214" y="3056811"/>
            <a:ext cx="3800356" cy="1478875"/>
          </a:xfrm>
          <a:prstGeom prst="roundRect">
            <a:avLst>
              <a:gd name="adj" fmla="val 1658"/>
            </a:avLst>
          </a:prstGeom>
          <a:solidFill>
            <a:srgbClr val="45070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7" y="3300889"/>
            <a:ext cx="204311" cy="1634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3471" y="3261122"/>
            <a:ext cx="3105626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Traditional name matching fails when faced with common variations, spelling errors, or identical names belonging to different people.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79050" y="1879997"/>
            <a:ext cx="380035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Our Solution: A Simple, Two-Part Process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779050" y="2656642"/>
            <a:ext cx="380035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look at every pair using a combination of evidence to make a confident decision.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779050" y="3363397"/>
            <a:ext cx="163473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79050" y="3618309"/>
            <a:ext cx="3800356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9"/>
          <p:cNvSpPr/>
          <p:nvPr/>
        </p:nvSpPr>
        <p:spPr>
          <a:xfrm>
            <a:off x="4779050" y="3745706"/>
            <a:ext cx="2081808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Score Name Similarity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79050" y="4164687"/>
            <a:ext cx="380035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First, we score how similar the names are using multiple algorithms.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79050" y="4973598"/>
            <a:ext cx="163473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79050" y="5228511"/>
            <a:ext cx="3800356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7" name="Text 13"/>
          <p:cNvSpPr/>
          <p:nvPr/>
        </p:nvSpPr>
        <p:spPr>
          <a:xfrm>
            <a:off x="4779050" y="5355908"/>
            <a:ext cx="266366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 with Supporting Facts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79050" y="5774888"/>
            <a:ext cx="380035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Then, we use other key facts like birthdate to confirm if it's a real match.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72214" y="6787991"/>
            <a:ext cx="7999571" cy="992981"/>
          </a:xfrm>
          <a:prstGeom prst="roundRect">
            <a:avLst>
              <a:gd name="adj" fmla="val 2470"/>
            </a:avLst>
          </a:prstGeom>
          <a:solidFill>
            <a:srgbClr val="F2B42D"/>
          </a:solidFill>
          <a:ln/>
        </p:spPr>
      </p:sp>
      <p:sp>
        <p:nvSpPr>
          <p:cNvPr id="20" name="Text 16"/>
          <p:cNvSpPr/>
          <p:nvPr/>
        </p:nvSpPr>
        <p:spPr>
          <a:xfrm>
            <a:off x="3345775" y="6951464"/>
            <a:ext cx="245244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Our Simple Formula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735687" y="7356038"/>
            <a:ext cx="7672626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Name Score + Supporting Facts = A Confident Decision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005" y="757952"/>
            <a:ext cx="8510111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Step 1: Scoring the Name from Four Angles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4005" y="1657112"/>
            <a:ext cx="13402389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start by giving each name pair a score from 0 to 100%. To be thorough, we look at it in four different ways: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4005" y="2135148"/>
            <a:ext cx="6613446" cy="1968817"/>
          </a:xfrm>
          <a:prstGeom prst="roundRect">
            <a:avLst>
              <a:gd name="adj" fmla="val 133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865" y="2158008"/>
            <a:ext cx="6567726" cy="526256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6" name="Text 4"/>
          <p:cNvSpPr/>
          <p:nvPr/>
        </p:nvSpPr>
        <p:spPr>
          <a:xfrm>
            <a:off x="3789164" y="2256592"/>
            <a:ext cx="26312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812244" y="2859643"/>
            <a:ext cx="2193131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First Name Score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244" y="3238976"/>
            <a:ext cx="621696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It Checks: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Compares just the first names.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244" y="3624977"/>
            <a:ext cx="621696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It's Useful: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Catches typos like Jon vs. John.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2830" y="2135148"/>
            <a:ext cx="6613565" cy="1968817"/>
          </a:xfrm>
          <a:prstGeom prst="roundRect">
            <a:avLst>
              <a:gd name="adj" fmla="val 133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5690" y="2158008"/>
            <a:ext cx="6567845" cy="526256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7989" y="2256592"/>
            <a:ext cx="26312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7601069" y="2859643"/>
            <a:ext cx="2193131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Last Name Score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01069" y="3238976"/>
            <a:ext cx="62170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It Checks: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Compares just the last names.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01069" y="3624977"/>
            <a:ext cx="62170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It's Useful: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Critical for accuracy.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4005" y="4279344"/>
            <a:ext cx="6613446" cy="2249567"/>
          </a:xfrm>
          <a:prstGeom prst="roundRect">
            <a:avLst>
              <a:gd name="adj" fmla="val 11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865" y="4302204"/>
            <a:ext cx="6567726" cy="526256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8" name="Text 16"/>
          <p:cNvSpPr/>
          <p:nvPr/>
        </p:nvSpPr>
        <p:spPr>
          <a:xfrm>
            <a:off x="3789164" y="4400788"/>
            <a:ext cx="26312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812244" y="5003840"/>
            <a:ext cx="2193131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Full Name Score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244" y="5383173"/>
            <a:ext cx="621696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It Checks: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 strict, letter-for-letter check of the entire name.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2244" y="5769173"/>
            <a:ext cx="621696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It's Useful: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Good for nearly identical entries.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2830" y="4279344"/>
            <a:ext cx="6613565" cy="2249567"/>
          </a:xfrm>
          <a:prstGeom prst="roundRect">
            <a:avLst>
              <a:gd name="adj" fmla="val 11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5690" y="4302204"/>
            <a:ext cx="6567845" cy="526256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77989" y="4400788"/>
            <a:ext cx="26312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601069" y="5003840"/>
            <a:ext cx="3713202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"Common Sense" Score (WRatio)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01069" y="5383173"/>
            <a:ext cx="62170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It Checks: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Our most powerful "best guess" score.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01069" y="5769173"/>
            <a:ext cx="6217087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It's Useful:</a:t>
            </a: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It cleverly ignores issues like swapped word order (Smith, John vs John Smith) or extra punctuation to find the true similarity.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4005" y="6726198"/>
            <a:ext cx="13402389" cy="745450"/>
          </a:xfrm>
          <a:prstGeom prst="roundRect">
            <a:avLst>
              <a:gd name="adj" fmla="val 3530"/>
            </a:avLst>
          </a:prstGeom>
          <a:solidFill>
            <a:srgbClr val="022349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84" y="6990040"/>
            <a:ext cx="219313" cy="17537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84077" y="6945392"/>
            <a:ext cx="12656939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scoring method serves a specific purpose, creating a comprehensive view of name similarity that accounts for various real-world scenarios.</a:t>
            </a:r>
            <a:endParaRPr lang="en-US" sz="13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96E5A6-875C-5D78-F911-C91E48402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766139"/>
            <a:ext cx="1734496" cy="367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720090"/>
            <a:ext cx="8292822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Step 2: Using Other Facts as "Clues"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136" y="1758434"/>
            <a:ext cx="1321212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name score is a great start, but other data points help us be certain. We group these clues into two types: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9136" y="2538413"/>
            <a:ext cx="6358890" cy="1635919"/>
          </a:xfrm>
          <a:prstGeom prst="roundRect">
            <a:avLst>
              <a:gd name="adj" fmla="val 1858"/>
            </a:avLst>
          </a:prstGeom>
          <a:solidFill>
            <a:srgbClr val="D7425E"/>
          </a:solidFill>
          <a:ln/>
        </p:spPr>
      </p:sp>
      <p:sp>
        <p:nvSpPr>
          <p:cNvPr id="5" name="Text 3"/>
          <p:cNvSpPr/>
          <p:nvPr/>
        </p:nvSpPr>
        <p:spPr>
          <a:xfrm>
            <a:off x="911662" y="2740938"/>
            <a:ext cx="4082296" cy="379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"Deal-Breakers" (Hard Rules)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11662" y="3323392"/>
            <a:ext cx="5953839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If these don't match, we stop and flag the pair immediately. A mismatch is a very strong signal.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9136" y="4402217"/>
            <a:ext cx="455890" cy="45589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1367552" y="4471868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Birthdate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67552" y="4990862"/>
            <a:ext cx="5700474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Exact date of birth comparison - a fundamental identifier that rarely changes.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9136" y="6044446"/>
            <a:ext cx="455890" cy="45589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1367552" y="6114098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Sex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67552" y="6633091"/>
            <a:ext cx="5700474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Gender information that provides clear differentiation between records.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69994" y="2538413"/>
            <a:ext cx="6358890" cy="1635919"/>
          </a:xfrm>
          <a:prstGeom prst="roundRect">
            <a:avLst>
              <a:gd name="adj" fmla="val 1858"/>
            </a:avLst>
          </a:prstGeom>
          <a:solidFill>
            <a:srgbClr val="48A8E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519" y="2740938"/>
            <a:ext cx="4732734" cy="379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"Helpful Clues" (Supporting Facts)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7772519" y="3323392"/>
            <a:ext cx="5953839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These clues add weight to our decision. A match here increases our confidence, while a mismatch acts as a warning sign.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69994" y="4402217"/>
            <a:ext cx="455890" cy="45589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8409" y="4471868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228409" y="4990862"/>
            <a:ext cx="5700474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Geographic location data that can support or contradict potential matches.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69994" y="6044446"/>
            <a:ext cx="455890" cy="45589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8409" y="6114098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Middle Initial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228409" y="6633091"/>
            <a:ext cx="5700474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Additional name component that provides extra verification without being absolute.</a:t>
            </a:r>
            <a:endParaRPr lang="en-US" sz="15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3E51BA3-EB2D-09B5-EC01-BE2621E7C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7766139"/>
            <a:ext cx="1734496" cy="367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653" y="760214"/>
            <a:ext cx="12247245" cy="58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Putting It All Together: The System's Automated Checklist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3653" y="1717358"/>
            <a:ext cx="1332309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follows these three simple steps for every pair to decide whether it needs a human review.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53" y="2786539"/>
            <a:ext cx="4316492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343" y="3533537"/>
            <a:ext cx="341507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for "Deal-Breakers" First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0343" y="3937397"/>
            <a:ext cx="3943112" cy="89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Does the Birthdate or Sex conflict? If </a:t>
            </a:r>
            <a:r>
              <a:rPr lang="en-US" sz="1450" b="1" dirty="0">
                <a:solidFill>
                  <a:srgbClr val="D7425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YES</a:t>
            </a: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it's flagged immediately. If no, it moves to the next step.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835" y="2506385"/>
            <a:ext cx="4316611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3525" y="3253383"/>
            <a:ext cx="3943231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if the Name Scores are "Good Enough"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343525" y="3949065"/>
            <a:ext cx="3943231" cy="119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Are the name scores below our minimums (e.g., First Name similarity is too low)? If </a:t>
            </a:r>
            <a:r>
              <a:rPr lang="en-US" sz="1450" b="1" dirty="0">
                <a:solidFill>
                  <a:srgbClr val="D7425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YES</a:t>
            </a: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we flag it. If the scores are good, we move to the final check.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136" y="2226231"/>
            <a:ext cx="4316611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46826" y="2973229"/>
            <a:ext cx="3943231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Perform the "Does This Make Sense?" Check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846826" y="3668911"/>
            <a:ext cx="3943231" cy="89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is our safety net. The system checks if the scores align with any human-entered remarks. For example, it flags a pair if: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846826" y="4677489"/>
            <a:ext cx="3943231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It's marked "Exact Match" but the system's score isn't very high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846826" y="5340548"/>
            <a:ext cx="3943231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It's marked "Fuzzy Match" but the system's score is unusually low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53653" y="6334958"/>
            <a:ext cx="13323094" cy="1134427"/>
          </a:xfrm>
          <a:prstGeom prst="roundRect">
            <a:avLst>
              <a:gd name="adj" fmla="val 2470"/>
            </a:avLst>
          </a:prstGeom>
          <a:solidFill>
            <a:srgbClr val="59ABA9"/>
          </a:solidFill>
          <a:ln/>
        </p:spPr>
      </p:sp>
      <p:sp>
        <p:nvSpPr>
          <p:cNvPr id="16" name="Text 11"/>
          <p:cNvSpPr/>
          <p:nvPr/>
        </p:nvSpPr>
        <p:spPr>
          <a:xfrm>
            <a:off x="5914311" y="6521648"/>
            <a:ext cx="2801660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40343" y="6983849"/>
            <a:ext cx="1294971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efficient, layered process ensures we only spend time reviewing pairs that are genuinely questionable.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273B8D-F135-BC16-0A8F-666037B0F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7766139"/>
            <a:ext cx="1734496" cy="367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647</Words>
  <Application>Microsoft Office PowerPoint</Application>
  <PresentationFormat>Custom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Bitter</vt:lpstr>
      <vt:lpstr>Arial</vt:lpstr>
      <vt:lpstr>Outfit Light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Alexis</cp:lastModifiedBy>
  <cp:revision>2</cp:revision>
  <dcterms:created xsi:type="dcterms:W3CDTF">2025-09-10T09:00:53Z</dcterms:created>
  <dcterms:modified xsi:type="dcterms:W3CDTF">2025-09-10T09:05:01Z</dcterms:modified>
</cp:coreProperties>
</file>